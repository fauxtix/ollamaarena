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0" r:id="rId11"/>
    <p:sldId id="266" r:id="rId12"/>
    <p:sldId id="267" r:id="rId13"/>
    <p:sldId id="268" r:id="rId14"/>
    <p:sldId id="279" r:id="rId15"/>
    <p:sldId id="269" r:id="rId16"/>
    <p:sldId id="270" r:id="rId17"/>
    <p:sldId id="276" r:id="rId18"/>
    <p:sldId id="277" r:id="rId19"/>
    <p:sldId id="278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photoAlbum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0D37E-891C-D3D1-9242-FBBBEB9A4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FC897E-7957-65DC-B2F7-8F82A42C2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FD2170B-AF56-876E-FB76-471949747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C10DF55-0220-4590-07B1-42730C0D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055C88-0ABF-B5CD-7D1B-6010DE2E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627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3CC52-13C7-DB8B-D772-8E2D1069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75B70F2-9CB1-3967-642A-14AF7308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FF26DA2-4CEE-5B01-BFF3-331B1610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9B5E51-9010-1008-AE1F-89141086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D33E4A4-3B8D-586A-215D-45ACD813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630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68819-0617-3DDD-95AF-731C27B00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4773B5B-AA59-A15C-0DA2-E13310F02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B0079DE-33DA-3C0D-16AD-49DD8941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6E76489-C2AC-0351-E15F-7CBE0047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8509D08-F600-7975-BB18-220D99A7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256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BDAF6-78E4-FF4B-3AD5-B91BA69B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6AD006A-C1F1-203B-CA1E-9F505684E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3DDA8FE-3142-24BC-AD69-9C6351003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A9CE397-148B-316C-F079-43927893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3ACBAA3-0459-8A31-E4C6-E83322F4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78D9DC5-7E84-09A8-6C59-DC975DCA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449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D3285-AF7E-EBDE-BD65-940F7F9BA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DF2FE91-0F4A-ACB1-ADD1-F5F10F66E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081BF8C-C1D3-F1D4-3FB4-E4A9ABCF4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5F04A9F-15F1-C3D3-04B6-9B149ABF2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3DE511F-179D-34C4-7878-E39712E0F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963E2D24-C9A1-3549-7AC5-AC514ADE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2E252E6-25D2-96AC-E2FE-02D52B51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20CD436D-6676-33F4-0F5C-C9A143A4D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071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C3C6AF-6AAA-4DEF-9C19-2D669C0F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A28934F-E859-D6DE-9352-E0A97AE4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CDF2734C-BCF2-64A5-4A36-3C7DE8CD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2A8993E-B9C6-0BF0-5642-6073140F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300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470BF780-27B1-DD15-0978-0415C353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6A7CFB64-65FF-6AB6-5A88-527F1BE3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2946666-FE7B-482A-DD38-048E6FFC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5878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613B3-B70A-86D9-E86B-BCA1B631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89B93D-B8E2-20B4-0BE5-F93B9A189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60A91D4-E761-3A68-7F16-555009AF3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9EF42A0-4D02-1B57-754B-79F8D828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9A94C4A-F201-F481-D5FE-2DC832D63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F4ABC31-A413-CFA9-C51F-459FF7CD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207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9353F-5B4B-3786-532D-100D327F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F27E84A-2C73-BCF2-634F-C39465236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6DD50E7-D189-C22F-D385-A658E449A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349F66C-5F05-8000-B567-20AFEE54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0A7217E-674B-4534-4578-88B27A0B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2174B0F-2A4E-9BE0-D808-06F4DDB2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247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984C3-D0BE-CA6D-D91E-70A34C24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EECDC04-E5B9-DAE8-43AB-36FFB2DBC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B183B9C-FB46-1A85-1808-C428F58B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2732C8D-B1A0-3583-8901-BF2C3F88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58562DD-A953-7025-5DB3-EE6BBE8F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030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E542EB-68CB-33D6-A4B4-501AE79FB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1916F46-B3F1-1830-389E-E70DFFF65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89340BF-B93F-6614-1545-610AC020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78928E4-E34A-F370-9A6C-6ABF29DF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91DF317-549A-52D8-846C-A22EC686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078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D3B49DE-FF4D-3BF9-873A-D15A1070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52CBD07-969F-249E-48A9-61CFDBEE6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1B16FDB-9A3F-6ADE-2D8B-134D3117E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26A13-D54A-4DA1-9E54-671B7A99B9C4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10B7737-A9A3-9CE4-25B3-A98422169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6F7ADDF-0F13-228E-A1DB-0DA614B93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CC9D7-2C07-4DF7-82B3-998109C1B9D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08717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andingPage">
            <a:extLst>
              <a:ext uri="{FF2B5EF4-FFF2-40B4-BE49-F238E27FC236}">
                <a16:creationId xmlns:a16="http://schemas.microsoft.com/office/drawing/2014/main" id="{2A22208E-5D7E-77AF-E229-4840DB0A4D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2200"/>
            <a:ext cx="121920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9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READMEPreview">
            <a:extLst>
              <a:ext uri="{FF2B5EF4-FFF2-40B4-BE49-F238E27FC236}">
                <a16:creationId xmlns:a16="http://schemas.microsoft.com/office/drawing/2014/main" id="{26462D5D-33E8-048A-3AEF-3E7EE83342A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775" y="0"/>
            <a:ext cx="8426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9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hat_1">
            <a:extLst>
              <a:ext uri="{FF2B5EF4-FFF2-40B4-BE49-F238E27FC236}">
                <a16:creationId xmlns:a16="http://schemas.microsoft.com/office/drawing/2014/main" id="{B3AE701D-D91E-8DBB-B52B-6FFF09FE32F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7400"/>
            <a:ext cx="12192000" cy="5281613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7377C69E-23EF-A07C-772C-8CC277519FE8}"/>
              </a:ext>
            </a:extLst>
          </p:cNvPr>
          <p:cNvSpPr/>
          <p:nvPr/>
        </p:nvSpPr>
        <p:spPr>
          <a:xfrm>
            <a:off x="11769505" y="5071536"/>
            <a:ext cx="190123" cy="3711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3300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hat_2">
            <a:extLst>
              <a:ext uri="{FF2B5EF4-FFF2-40B4-BE49-F238E27FC236}">
                <a16:creationId xmlns:a16="http://schemas.microsoft.com/office/drawing/2014/main" id="{5A5E468E-2F4F-B06F-9D66-4ADA098A5D3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912"/>
            <a:ext cx="12192000" cy="622617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43B10CE-3384-A7F3-C051-4ADEB93FD436}"/>
              </a:ext>
            </a:extLst>
          </p:cNvPr>
          <p:cNvSpPr txBox="1"/>
          <p:nvPr/>
        </p:nvSpPr>
        <p:spPr>
          <a:xfrm>
            <a:off x="11512990" y="5685577"/>
            <a:ext cx="679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Cancelar</a:t>
            </a:r>
          </a:p>
        </p:txBody>
      </p:sp>
    </p:spTree>
    <p:extLst>
      <p:ext uri="{BB962C8B-B14F-4D97-AF65-F5344CB8AC3E}">
        <p14:creationId xmlns:p14="http://schemas.microsoft.com/office/powerpoint/2010/main" val="265800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hat_3">
            <a:extLst>
              <a:ext uri="{FF2B5EF4-FFF2-40B4-BE49-F238E27FC236}">
                <a16:creationId xmlns:a16="http://schemas.microsoft.com/office/drawing/2014/main" id="{C6230DE3-5626-0FD8-F796-3FC6781B39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913"/>
            <a:ext cx="12192000" cy="622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75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Metricas_1">
            <a:extLst>
              <a:ext uri="{FF2B5EF4-FFF2-40B4-BE49-F238E27FC236}">
                <a16:creationId xmlns:a16="http://schemas.microsoft.com/office/drawing/2014/main" id="{5DDC914B-DFBF-B550-202C-89313E402EF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463"/>
            <a:ext cx="12192000" cy="529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8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JudgeResponse_1">
            <a:extLst>
              <a:ext uri="{FF2B5EF4-FFF2-40B4-BE49-F238E27FC236}">
                <a16:creationId xmlns:a16="http://schemas.microsoft.com/office/drawing/2014/main" id="{78B7C487-B1B3-9CA2-AEEE-5E18E0BD6B9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725" y="0"/>
            <a:ext cx="9478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4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JudgeResponse_2">
            <a:extLst>
              <a:ext uri="{FF2B5EF4-FFF2-40B4-BE49-F238E27FC236}">
                <a16:creationId xmlns:a16="http://schemas.microsoft.com/office/drawing/2014/main" id="{92951079-C560-76C6-4C54-782F8C1DE2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475" y="0"/>
            <a:ext cx="63674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63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JudgeResponse_3">
            <a:extLst>
              <a:ext uri="{FF2B5EF4-FFF2-40B4-BE49-F238E27FC236}">
                <a16:creationId xmlns:a16="http://schemas.microsoft.com/office/drawing/2014/main" id="{07A62450-59A4-4572-6C14-95A201F2B2F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363" y="0"/>
            <a:ext cx="66436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7">
            <a:extLst>
              <a:ext uri="{FF2B5EF4-FFF2-40B4-BE49-F238E27FC236}">
                <a16:creationId xmlns:a16="http://schemas.microsoft.com/office/drawing/2014/main" id="{E5B28A2C-CBEB-077B-E867-F19C1E9F88E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475" y="0"/>
            <a:ext cx="8401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47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Avaliacao_1">
            <a:extLst>
              <a:ext uri="{FF2B5EF4-FFF2-40B4-BE49-F238E27FC236}">
                <a16:creationId xmlns:a16="http://schemas.microsoft.com/office/drawing/2014/main" id="{0A3A1062-309B-4E1D-CA17-11F08F20CB0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63" y="0"/>
            <a:ext cx="1091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93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1">
            <a:extLst>
              <a:ext uri="{FF2B5EF4-FFF2-40B4-BE49-F238E27FC236}">
                <a16:creationId xmlns:a16="http://schemas.microsoft.com/office/drawing/2014/main" id="{72691B2B-2223-9CFD-CFDD-B5C83888E3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813"/>
            <a:ext cx="121920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0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2">
            <a:extLst>
              <a:ext uri="{FF2B5EF4-FFF2-40B4-BE49-F238E27FC236}">
                <a16:creationId xmlns:a16="http://schemas.microsoft.com/office/drawing/2014/main" id="{3962E7FB-639F-EABD-CF3F-DF7D52EE58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4450"/>
            <a:ext cx="12192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56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6">
            <a:extLst>
              <a:ext uri="{FF2B5EF4-FFF2-40B4-BE49-F238E27FC236}">
                <a16:creationId xmlns:a16="http://schemas.microsoft.com/office/drawing/2014/main" id="{29C61B58-A993-B870-6C67-F0AB6812041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050"/>
            <a:ext cx="121920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15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3">
            <a:extLst>
              <a:ext uri="{FF2B5EF4-FFF2-40B4-BE49-F238E27FC236}">
                <a16:creationId xmlns:a16="http://schemas.microsoft.com/office/drawing/2014/main" id="{73B75D20-661D-EC63-CA41-52623F306E5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888" y="0"/>
            <a:ext cx="7894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20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4">
            <a:extLst>
              <a:ext uri="{FF2B5EF4-FFF2-40B4-BE49-F238E27FC236}">
                <a16:creationId xmlns:a16="http://schemas.microsoft.com/office/drawing/2014/main" id="{9CBB0778-2434-3E33-5E2B-0D76E547E97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0"/>
            <a:ext cx="8750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70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5">
            <a:extLst>
              <a:ext uri="{FF2B5EF4-FFF2-40B4-BE49-F238E27FC236}">
                <a16:creationId xmlns:a16="http://schemas.microsoft.com/office/drawing/2014/main" id="{1BFF8463-612C-0FD3-6DE7-0072539A410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4463"/>
            <a:ext cx="12192000" cy="40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5_1">
            <a:extLst>
              <a:ext uri="{FF2B5EF4-FFF2-40B4-BE49-F238E27FC236}">
                <a16:creationId xmlns:a16="http://schemas.microsoft.com/office/drawing/2014/main" id="{914774DD-129F-1D3B-78D4-D6DB62E1996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75" y="0"/>
            <a:ext cx="9694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46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enchmarks_5_1_2">
            <a:extLst>
              <a:ext uri="{FF2B5EF4-FFF2-40B4-BE49-F238E27FC236}">
                <a16:creationId xmlns:a16="http://schemas.microsoft.com/office/drawing/2014/main" id="{B7DEB56C-5B2D-79DC-EC1E-9D5CA80F2AF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7463"/>
            <a:ext cx="12192000" cy="42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78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EditarPrompts">
            <a:extLst>
              <a:ext uri="{FF2B5EF4-FFF2-40B4-BE49-F238E27FC236}">
                <a16:creationId xmlns:a16="http://schemas.microsoft.com/office/drawing/2014/main" id="{EE5EC4B8-C160-D799-3BE1-E6E275FC88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3" y="0"/>
            <a:ext cx="10366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85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ModelosCarregados">
            <a:extLst>
              <a:ext uri="{FF2B5EF4-FFF2-40B4-BE49-F238E27FC236}">
                <a16:creationId xmlns:a16="http://schemas.microsoft.com/office/drawing/2014/main" id="{D1A765D2-A53F-FD30-3AAB-E009C4ADFBB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1788"/>
            <a:ext cx="12192000" cy="365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40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s-1">
            <a:extLst>
              <a:ext uri="{FF2B5EF4-FFF2-40B4-BE49-F238E27FC236}">
                <a16:creationId xmlns:a16="http://schemas.microsoft.com/office/drawing/2014/main" id="{DCEDBFC0-2A11-9971-D201-8BA282A66B2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650"/>
            <a:ext cx="12192000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8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s-2">
            <a:extLst>
              <a:ext uri="{FF2B5EF4-FFF2-40B4-BE49-F238E27FC236}">
                <a16:creationId xmlns:a16="http://schemas.microsoft.com/office/drawing/2014/main" id="{2179F5C8-C187-C4CF-F6E5-FB68DB00D8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300" y="0"/>
            <a:ext cx="8659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23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s-3">
            <a:extLst>
              <a:ext uri="{FF2B5EF4-FFF2-40B4-BE49-F238E27FC236}">
                <a16:creationId xmlns:a16="http://schemas.microsoft.com/office/drawing/2014/main" id="{8567A5F2-3AF0-4C17-10BD-10649D93F6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788"/>
            <a:ext cx="12192000" cy="568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774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</Words>
  <Application>Microsoft Office PowerPoint</Application>
  <PresentationFormat>Ecrã Panorâmico</PresentationFormat>
  <Paragraphs>1</Paragraphs>
  <Slides>24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Fausto Luis</dc:creator>
  <cp:lastModifiedBy>Fausto Luis</cp:lastModifiedBy>
  <cp:revision>3</cp:revision>
  <dcterms:created xsi:type="dcterms:W3CDTF">2026-07-27T15:50:41Z</dcterms:created>
  <dcterms:modified xsi:type="dcterms:W3CDTF">2026-07-27T16:16:51Z</dcterms:modified>
</cp:coreProperties>
</file>