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6" r:id="rId6"/>
    <p:sldId id="271" r:id="rId7"/>
    <p:sldId id="267" r:id="rId8"/>
    <p:sldId id="272" r:id="rId9"/>
    <p:sldId id="269" r:id="rId10"/>
    <p:sldId id="261" r:id="rId11"/>
    <p:sldId id="263" r:id="rId12"/>
    <p:sldId id="264" r:id="rId13"/>
    <p:sldId id="262" r:id="rId14"/>
    <p:sldId id="268" r:id="rId15"/>
    <p:sldId id="270" r:id="rId16"/>
    <p:sldId id="273" r:id="rId17"/>
    <p:sldId id="274" r:id="rId18"/>
    <p:sldId id="275" r:id="rId19"/>
    <p:sldId id="256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BB7ED-CA1C-8707-CFE9-5E53F8A67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C25E88-A8A4-7142-C117-3545F7086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47F7AD4-F2E4-97DD-FAE3-6410A516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ADF7A55-6001-C9E1-D9F9-16AF9DC5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E49884E-EE54-FD71-E3FB-BD4A2407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481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B75E-4234-F287-7AC1-64A8D73E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1327333-37A0-6BF8-912E-4513B03BE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9F3C339-63B8-A700-DDC1-3213CC52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217ED5D-28F2-A36F-95CF-4C62DDA9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6CEB7E6-3A4A-339C-743D-BA33EBC0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665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72406-5590-4951-24B8-BF77D7C5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4113B8F-B595-76D1-2432-DC2A54220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AF5CCEC-2205-B412-979D-DDA88417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B3BD86C-2E96-91EA-1567-4CC913C2E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00C510E-CE0B-150B-EF93-FD740C8CE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367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6D67A-BFF4-3AB4-63E4-51707B01F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9594342-313E-A791-651B-EAA8C152F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A20FDCD-2ED1-C32A-6281-692D3D476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32CCF42-244A-B9D8-D024-860E1EC1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80DF0BF-D64E-AFDD-A3C2-3BF6F74A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2A7B14E-63A7-8497-F8DB-ED3A5F72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226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0E7CA-2C6B-7895-D1FB-4CB7E959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59959D4-E94E-567B-30EC-174FCAC74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ED3DA6B-ECDB-E550-81BE-FB5CF2C7E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3D4B413-E5DC-5EEE-B1C4-FD569224B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0160ECC9-B021-6C72-9EE6-FB8458161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E24D25C-E7AA-B320-CE96-93DFCDD8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EFEF8EC-F00F-6EE8-853A-2FE3F877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C18FD85-AF5A-95A4-3D1E-289CB390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98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DBDCB-C34A-9753-2B73-D8174B70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955A072-6DA7-1C0A-B2BB-5EC4E540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84A45CE-2A1B-0052-C205-C5107B0E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12D3463-A5D1-95F4-FB0D-65C6C01F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894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8117B21-E2CB-3782-62A1-B8A4929D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564E6FB-0D66-7FB9-1A02-4C2FB450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D5DDC29-DF6F-739F-7B72-1174ABDA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452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92B0F-2587-D963-1A0C-FF48F114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8D577EC-17EA-6453-A194-5774E9B8F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3457F53-98F1-BF22-9DD7-9CF862ECD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E84954-2498-D15B-989F-84966E65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78EDBFC-93BA-E819-682A-EEE844918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0478A22-F13B-8060-00BD-A142A5E1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4164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A4031-CC9B-41A2-1A00-769CA410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B533538E-F211-BD76-1568-FD8AAEADE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BB07E19-E153-86FC-D4F1-F13DE0110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2861CA9-AFB5-3FE4-7A0C-A322918C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C5CB695-DB8A-5177-AC22-51BA75AEB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E2ED888-4EFF-80EE-1541-3D004233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370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B1286-FFC3-C456-29F3-C6BA71D3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8AE2C19-95BF-E161-E27C-CFA050408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09B116E-736A-0ACA-886B-9C4ED646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9BEE6CD-15BA-BB29-72F8-49760391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B74200B-29B3-4CA0-E871-B9B45320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78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9EE86B-9824-F632-B52F-A2AAC0CE0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C42A8D3-1455-BC8C-326C-E45715EA5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ADA79AA-B188-8C22-817B-261E9D71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06E0F0D-5DF3-D995-8FDF-C08C6438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3754800-FBD5-A8D5-E2B8-E19D1A07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1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7FA6F7D-EE2A-EE4F-96E5-D1867187E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E7885C5-C71B-BD0C-3E6C-EC06ACD73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668FFFA-AE26-1D98-3CE2-9DABFA4D3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DE40B-39A6-4FD7-8F62-80BAF2C48A72}" type="datetimeFigureOut">
              <a:rPr lang="pt-PT" smtClean="0"/>
              <a:t>12/10/2026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23BD980-633A-FEC4-947A-1C0B383F6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38C8DE8-0D6C-AEB4-B38B-A0C0124AF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FEDD8-B717-4CF8-8A2B-84C25DF2A8C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1192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44E017-D77C-DE8A-67DD-B46F4CFB7FE9}"/>
              </a:ext>
            </a:extLst>
          </p:cNvPr>
          <p:cNvSpPr txBox="1"/>
          <p:nvPr/>
        </p:nvSpPr>
        <p:spPr>
          <a:xfrm>
            <a:off x="762000" y="444500"/>
            <a:ext cx="10668000" cy="64633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3600" b="1">
                <a:solidFill>
                  <a:srgbClr val="FFFFFF"/>
                </a:solidFill>
                <a:latin typeface="Segoe UI" panose="020B0502040204020203" pitchFamily="34" charset="0"/>
              </a:rPr>
              <a:t>Ollama com FluentUI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5AACBE-49EB-3A94-3C34-970460E06F9B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1600" dirty="0">
                <a:solidFill>
                  <a:srgbClr val="C9D5EA"/>
                </a:solidFill>
                <a:latin typeface="Segoe UI" panose="020B0502040204020203" pitchFamily="34" charset="0"/>
              </a:rPr>
              <a:t>Interface de conversação com a interface </a:t>
            </a:r>
            <a:r>
              <a:rPr lang="pt-PT" sz="1600" dirty="0" err="1">
                <a:solidFill>
                  <a:srgbClr val="C9D5EA"/>
                </a:solidFill>
                <a:latin typeface="Segoe UI" panose="020B0502040204020203" pitchFamily="34" charset="0"/>
              </a:rPr>
              <a:t>Fluent</a:t>
            </a:r>
            <a:r>
              <a:rPr lang="pt-PT" sz="1600" dirty="0">
                <a:solidFill>
                  <a:srgbClr val="C9D5EA"/>
                </a:solidFill>
                <a:latin typeface="Segoe UI" panose="020B0502040204020203" pitchFamily="34" charset="0"/>
              </a:rPr>
              <a:t> UI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D16BFC-7773-23D5-0E33-FE8AEC661D9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1905000"/>
            <a:ext cx="4191000" cy="4191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0A1A70A-02D7-F592-022D-4718227979D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90A1A5-F9C2-CAF5-F871-83B2F8924094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9DC2C30-7BFF-CE55-7621-EFD5CB205740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 / 30</a:t>
            </a:r>
          </a:p>
        </p:txBody>
      </p:sp>
    </p:spTree>
    <p:extLst>
      <p:ext uri="{BB962C8B-B14F-4D97-AF65-F5344CB8AC3E}">
        <p14:creationId xmlns:p14="http://schemas.microsoft.com/office/powerpoint/2010/main" val="175954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0000">
        <p:fade thruBlk="1"/>
      </p:transition>
    </mc:Choice>
    <mc:Fallback xmlns="">
      <p:transition spd="slow" advTm="10000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DA2776B-EAEB-C3C2-6397-D8A7FAC761B1}"/>
              </a:ext>
            </a:extLst>
          </p:cNvPr>
          <p:cNvSpPr txBox="1"/>
          <p:nvPr/>
        </p:nvSpPr>
        <p:spPr>
          <a:xfrm>
            <a:off x="762000" y="444500"/>
            <a:ext cx="10668000" cy="64633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3600" b="1">
                <a:solidFill>
                  <a:srgbClr val="FFFFFF"/>
                </a:solidFill>
                <a:latin typeface="Segoe UI" panose="020B0502040204020203" pitchFamily="34" charset="0"/>
              </a:rPr>
              <a:t>Ollama como Juiz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7437E-ABE9-129A-85FA-CA4EE83804D6}"/>
              </a:ext>
            </a:extLst>
          </p:cNvPr>
          <p:cNvSpPr txBox="1"/>
          <p:nvPr/>
        </p:nvSpPr>
        <p:spPr>
          <a:xfrm>
            <a:off x="762000" y="1270000"/>
            <a:ext cx="106680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1600" dirty="0" err="1">
                <a:solidFill>
                  <a:srgbClr val="C9D5EA"/>
                </a:solidFill>
                <a:latin typeface="Segoe UI" panose="020B0502040204020203" pitchFamily="34" charset="0"/>
              </a:rPr>
              <a:t>Benchmark</a:t>
            </a:r>
            <a:r>
              <a:rPr lang="pt-PT" sz="1600" dirty="0">
                <a:solidFill>
                  <a:srgbClr val="C9D5EA"/>
                </a:solidFill>
                <a:latin typeface="Segoe UI" panose="020B0502040204020203" pitchFamily="34" charset="0"/>
              </a:rPr>
              <a:t> e avaliação automática de respostas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8519E5-F914-7537-7BDA-7478464B5E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250" y="1905000"/>
            <a:ext cx="7683500" cy="4191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F9CAB61-ED16-F01A-9866-6790AB2655A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EFB73C-CB62-3E97-9AC1-38B4B1F7C5F3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249C81-7F03-BB3C-9B92-5CB28B6A62B4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3 / 30</a:t>
            </a:r>
          </a:p>
        </p:txBody>
      </p:sp>
    </p:spTree>
    <p:extLst>
      <p:ext uri="{BB962C8B-B14F-4D97-AF65-F5344CB8AC3E}">
        <p14:creationId xmlns:p14="http://schemas.microsoft.com/office/powerpoint/2010/main" val="389978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0000">
        <p:fade thruBlk="1"/>
      </p:transition>
    </mc:Choice>
    <mc:Fallback xmlns="">
      <p:transition spd="slow" advTm="10000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E0B407-89C0-52EB-9568-30E9288A00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840948"/>
            <a:ext cx="10922000" cy="492210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BA269ED-011D-E017-ECAD-A3660F726BC0}"/>
              </a:ext>
            </a:extLst>
          </p:cNvPr>
          <p:cNvSpPr txBox="1"/>
          <p:nvPr/>
        </p:nvSpPr>
        <p:spPr>
          <a:xfrm>
            <a:off x="381000" y="6074341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 dirty="0" err="1">
                <a:solidFill>
                  <a:srgbClr val="C9D5EA"/>
                </a:solidFill>
                <a:latin typeface="Segoe UI" panose="020B0502040204020203" pitchFamily="34" charset="0"/>
              </a:rPr>
              <a:t>Landing</a:t>
            </a:r>
            <a:r>
              <a:rPr lang="pt-PT" sz="2000" dirty="0">
                <a:solidFill>
                  <a:srgbClr val="C9D5EA"/>
                </a:solidFill>
                <a:latin typeface="Segoe UI" panose="020B0502040204020203" pitchFamily="34" charset="0"/>
              </a:rPr>
              <a:t> </a:t>
            </a:r>
            <a:r>
              <a:rPr lang="pt-PT" sz="2000" dirty="0" err="1">
                <a:solidFill>
                  <a:srgbClr val="C9D5EA"/>
                </a:solidFill>
                <a:latin typeface="Segoe UI" panose="020B0502040204020203" pitchFamily="34" charset="0"/>
              </a:rPr>
              <a:t>Page</a:t>
            </a:r>
            <a:endParaRPr lang="pt-PT" sz="2000" dirty="0">
              <a:solidFill>
                <a:srgbClr val="C9D5E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ADA8FA2-0EF9-DEE1-9F25-9C89E8AF706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CC651E-9AB3-0EF6-E154-2A84818649D6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9EDD35-36DA-0019-55D1-D7DA827C2E1C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4 / 30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49E6CA2-BC50-382C-568A-E51C7710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739"/>
            <a:ext cx="12192000" cy="534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4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vortex dir="d"/>
      </p:transition>
    </mc:Choice>
    <mc:Fallback xmlns="">
      <p:transition spd="slow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AF07C3-DE72-704B-DDA7-6E485FACD4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834159"/>
            <a:ext cx="10922000" cy="493568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8161FC0-38EE-81C5-C806-763CDC2991DA}"/>
              </a:ext>
            </a:extLst>
          </p:cNvPr>
          <p:cNvSpPr txBox="1"/>
          <p:nvPr/>
        </p:nvSpPr>
        <p:spPr>
          <a:xfrm>
            <a:off x="508000" y="6014421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 dirty="0">
                <a:solidFill>
                  <a:srgbClr val="C9D5EA"/>
                </a:solidFill>
                <a:latin typeface="Segoe UI" panose="020B0502040204020203" pitchFamily="34" charset="0"/>
              </a:rPr>
              <a:t>Chat - 1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F7DAF4E-97EA-3FA8-A396-EBCFE691E7F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C51851-16AD-11CA-2C23-541982A475B6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3BD910-A819-C027-7BC3-FEB19FA6D0EA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5 / 30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16F731C-5921-3E92-3942-57FB6E971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2544"/>
            <a:ext cx="12192000" cy="527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9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switch dir="l"/>
      </p:transition>
    </mc:Choice>
    <mc:Fallback xmlns="">
      <p:transition spd="slow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BF00A82-B5AC-A509-6BB3-5B3E17FD0C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001394"/>
            <a:ext cx="10922000" cy="460121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52118CB-91C6-4DAA-7B37-3981215D5202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 dirty="0">
                <a:solidFill>
                  <a:srgbClr val="C9D5EA"/>
                </a:solidFill>
                <a:latin typeface="Segoe UI" panose="020B0502040204020203" pitchFamily="34" charset="0"/>
              </a:rPr>
              <a:t>Chat - 2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2DA0EEF-B402-59FC-E797-DF00D7BD504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6D7271-D2FE-8478-A645-BD8F51565282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488D73-EA01-D717-D54A-A53C7ECC4FAA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11 / 30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C36BC4-E560-D670-BB0E-71FC2BE80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4" y="567472"/>
            <a:ext cx="12192000" cy="534205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B037409-206D-B243-611A-3D9933A5D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755"/>
            <a:ext cx="12192000" cy="546449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999337-ABA8-E1B7-B80F-C2A14F6F3F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00" y="967349"/>
            <a:ext cx="12192000" cy="522330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7A1835B-E1D2-9436-12E5-DFD789D40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755"/>
            <a:ext cx="12192000" cy="546449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50A9202-E3DC-9702-C36B-27CAB5764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7349"/>
            <a:ext cx="12192000" cy="522330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58FA2D5-3CDA-CDA1-FA16-AE46C75D0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755"/>
            <a:ext cx="12192000" cy="546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shred/>
      </p:transition>
    </mc:Choice>
    <mc:Fallback xmlns="">
      <p:transition spd="slow" advTm="1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40DC34F-D736-6AFA-0251-025B48E05C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56" y="698500"/>
            <a:ext cx="9256889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9737C78-D045-7740-CFC2-AB5CB271ED8D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Local Analysis Filtro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18E8169-A9DC-06CF-4065-501FED02DB5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BDBE1C-B786-3CC0-7FDC-5924BEEF178C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026876E-2E4C-30E1-364C-44F2888EDB6A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16 / 30</a:t>
            </a:r>
          </a:p>
        </p:txBody>
      </p:sp>
    </p:spTree>
    <p:extLst>
      <p:ext uri="{BB962C8B-B14F-4D97-AF65-F5344CB8AC3E}">
        <p14:creationId xmlns:p14="http://schemas.microsoft.com/office/powerpoint/2010/main" val="156763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ferris dir="l"/>
      </p:transition>
    </mc:Choice>
    <mc:Fallback xmlns="">
      <p:transition spd="slow" advTm="1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8A016F-D54F-4E03-776C-2405236A76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596353"/>
            <a:ext cx="10922000" cy="341129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C1B7729-4550-E47F-D9DE-D0D75F2F4981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Delete Options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0CC6D09-C4FC-1B78-10AD-DA72BC3874F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F4BED7-901F-E592-ED73-F7965E19A2FC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C70305-26CB-7641-69C8-DBA361F99FA9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12 / 30</a:t>
            </a:r>
          </a:p>
        </p:txBody>
      </p:sp>
    </p:spTree>
    <p:extLst>
      <p:ext uri="{BB962C8B-B14F-4D97-AF65-F5344CB8AC3E}">
        <p14:creationId xmlns:p14="http://schemas.microsoft.com/office/powerpoint/2010/main" val="296633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shred pattern="rectangle"/>
      </p:transition>
    </mc:Choice>
    <mc:Fallback xmlns="">
      <p:transition spd="slow" advTm="1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619ECD5-01B4-7AFD-9D35-03D81492BA3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997" y="698500"/>
            <a:ext cx="6264007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5981ACA-D9A7-4B9E-8DC9-3819A52C5526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Local Analysis Result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9003458-CD4C-B5B3-7946-AC4F49A2BBA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1658FD-1829-FE4F-F50B-98B62431E997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0EA5A68-0C0C-CD34-9E7C-08BFD5478815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17 / 30</a:t>
            </a:r>
          </a:p>
        </p:txBody>
      </p:sp>
    </p:spTree>
    <p:extLst>
      <p:ext uri="{BB962C8B-B14F-4D97-AF65-F5344CB8AC3E}">
        <p14:creationId xmlns:p14="http://schemas.microsoft.com/office/powerpoint/2010/main" val="928759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ferris dir="r"/>
      </p:transition>
    </mc:Choice>
    <mc:Fallback xmlns="">
      <p:transition spd="slow" advTm="1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137D8E-7B50-01D8-2F36-7248A6F6E2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977" y="698500"/>
            <a:ext cx="6512046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15A7675-7AB2-4311-05A8-738AA1EE13CF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Detail Juizes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A288185-7D99-B934-F93E-876AACE5819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D989EFD-D644-6372-D0D1-CB6C0579F469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13847C-3865-BC16-7CE6-AFFA952CC8FF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245891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flythrough/>
      </p:transition>
    </mc:Choice>
    <mc:Fallback xmlns="">
      <p:transition spd="slow" advTm="10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9E1279-1E7A-2F0E-753C-8A96A600E9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096207"/>
            <a:ext cx="10922000" cy="441158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4C55AD4-8AC0-1A42-5182-F74F5B694167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Excel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395488F-D91C-CC36-D016-D232E93F011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714AA9-D5B0-5A57-EFBB-A583A89F1E30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CBD71B-C941-EB16-FE63-46C13624ABB8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6 / 30</a:t>
            </a:r>
          </a:p>
        </p:txBody>
      </p:sp>
    </p:spTree>
    <p:extLst>
      <p:ext uri="{BB962C8B-B14F-4D97-AF65-F5344CB8AC3E}">
        <p14:creationId xmlns:p14="http://schemas.microsoft.com/office/powerpoint/2010/main" val="66482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switch dir="r"/>
      </p:transition>
    </mc:Choice>
    <mc:Fallback xmlns="">
      <p:transition spd="slow" advTm="10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1A8D5DA-CF17-FD4B-4E08-778A3E052B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165340"/>
            <a:ext cx="10922000" cy="427332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FEAE317-2D9B-C106-2B68-98BBDD4B4B7D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PDF 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3DDC534-02BF-A4CC-C880-287F2DBBC23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F79603-BF3F-1D23-C0C4-48EE1BB3ACE9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B058EE-8F95-E6DA-AEB4-5823BCFE64B3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8 / 30</a:t>
            </a:r>
          </a:p>
        </p:txBody>
      </p:sp>
    </p:spTree>
    <p:extLst>
      <p:ext uri="{BB962C8B-B14F-4D97-AF65-F5344CB8AC3E}">
        <p14:creationId xmlns:p14="http://schemas.microsoft.com/office/powerpoint/2010/main" val="129383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glitter dir="d"/>
      </p:transition>
    </mc:Choice>
    <mc:Fallback xmlns="">
      <p:transition spd="slow" advTm="10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13FC75D-C717-45F8-C5CD-D0A82248C3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840193"/>
            <a:ext cx="10922000" cy="292361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54CFB19-1988-F633-55A3-45F0994C5E0D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PDF 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CDE70FB-CC8F-DF04-ACEF-F208A52C7C7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84419C6-642B-4F40-5E43-5E422308C814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52F73E1-0409-420A-9657-6CD6E037DF69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9 / 30</a:t>
            </a:r>
          </a:p>
        </p:txBody>
      </p:sp>
    </p:spTree>
    <p:extLst>
      <p:ext uri="{BB962C8B-B14F-4D97-AF65-F5344CB8AC3E}">
        <p14:creationId xmlns:p14="http://schemas.microsoft.com/office/powerpoint/2010/main" val="75549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glitter/>
      </p:transition>
    </mc:Choice>
    <mc:Fallback xmlns="">
      <p:transition spd="slow" advTm="10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ABAA79D-129A-E72E-96C3-2BD28B0FEAD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089472"/>
            <a:ext cx="10922000" cy="442505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E24832C-7215-DFC7-8A2F-9FE731A04D41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Local Analysis 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8FD4087-791B-D388-08E9-8F64467384C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72E694-277D-C139-C4E3-3CA33D6D70D9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DF9621-9829-F4C8-F6BF-D1B15C36E538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7 / 30</a:t>
            </a:r>
          </a:p>
        </p:txBody>
      </p:sp>
    </p:spTree>
    <p:extLst>
      <p:ext uri="{BB962C8B-B14F-4D97-AF65-F5344CB8AC3E}">
        <p14:creationId xmlns:p14="http://schemas.microsoft.com/office/powerpoint/2010/main" val="356651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glitter dir="r"/>
      </p:transition>
    </mc:Choice>
    <mc:Fallback xmlns="">
      <p:transition spd="slow" advTm="10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AFB27F6-0EBD-D343-20CB-3033A6C148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787583"/>
            <a:ext cx="10922000" cy="502883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75FD5F4-0B69-8FEF-F4B4-4E92950456C5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Detail Delete Warning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2AA1F96-CE18-C56F-BD14-568919825B7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823361-6363-2818-244D-1AEC0F47F26A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8C9A06-6553-447C-9753-F13FF72BD915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13 / 30</a:t>
            </a:r>
          </a:p>
        </p:txBody>
      </p:sp>
    </p:spTree>
    <p:extLst>
      <p:ext uri="{BB962C8B-B14F-4D97-AF65-F5344CB8AC3E}">
        <p14:creationId xmlns:p14="http://schemas.microsoft.com/office/powerpoint/2010/main" val="256221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ripple/>
      </p:transition>
    </mc:Choice>
    <mc:Fallback xmlns="">
      <p:transition spd="slow" advTm="10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C8D1396-7787-EEBD-A8AB-DFFA19EF0F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840" y="698500"/>
            <a:ext cx="7182320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C5A851-C6B5-A89D-A69B-0D4F7E36C578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Benchmarks Detail Metricas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77D465-1411-9446-FDA3-A9EBD8A2F51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1743CB-8315-5FC7-D0B3-F13EE7AF87E6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7C5524-68D7-DA7B-C86E-2B423F352C0A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15 / 30</a:t>
            </a:r>
          </a:p>
        </p:txBody>
      </p:sp>
    </p:spTree>
    <p:extLst>
      <p:ext uri="{BB962C8B-B14F-4D97-AF65-F5344CB8AC3E}">
        <p14:creationId xmlns:p14="http://schemas.microsoft.com/office/powerpoint/2010/main" val="274558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honeycomb/>
      </p:transition>
    </mc:Choice>
    <mc:Fallback xmlns="">
      <p:transition spd="slow" advTm="10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81090C-BEC7-BD89-61E6-4557C09A80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920013"/>
            <a:ext cx="10922000" cy="476397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426D24F-3E0E-B472-1C53-4163769DFA15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Dashboard 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97719B5-3950-E666-CA4E-B12CCE72CC2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F2866B-6516-89A2-0897-A910B8E01880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313B05-D463-2F6A-A1AE-AC3034EA8CDC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18 / 30</a:t>
            </a:r>
          </a:p>
        </p:txBody>
      </p:sp>
    </p:spTree>
    <p:extLst>
      <p:ext uri="{BB962C8B-B14F-4D97-AF65-F5344CB8AC3E}">
        <p14:creationId xmlns:p14="http://schemas.microsoft.com/office/powerpoint/2010/main" val="211341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reveal/>
      </p:transition>
    </mc:Choice>
    <mc:Fallback xmlns="">
      <p:transition spd="slow" advTm="10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C31591-8533-30D8-4B08-7A9882B7753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742474"/>
            <a:ext cx="10922000" cy="51190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916C233-3696-0AFE-AFCA-C94B0AB18FB8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Dashboard 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A60CFD-28C3-9F90-EC13-1043C9144F8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507097-D606-E009-CA8E-020303B551EA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3FA9B6-93F8-8A12-4379-B2CCE3199C11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19 / 30</a:t>
            </a:r>
          </a:p>
        </p:txBody>
      </p:sp>
    </p:spTree>
    <p:extLst>
      <p:ext uri="{BB962C8B-B14F-4D97-AF65-F5344CB8AC3E}">
        <p14:creationId xmlns:p14="http://schemas.microsoft.com/office/powerpoint/2010/main" val="393241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reveal dir="r"/>
      </p:transition>
    </mc:Choice>
    <mc:Fallback xmlns="">
      <p:transition spd="slow" advTm="10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A9EBE24-673C-CED2-7FC7-B4CFF388C8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244774"/>
            <a:ext cx="10922000" cy="411445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BF32F75-1D09-1E50-C357-03A3A9DBC5F8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Loaded Models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4672E05-89F2-7867-AF2B-C045A3841CA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5E7C98-DE08-F890-8201-D2CA2785FF56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4C631A-FECE-2D29-FF6B-50D0A43CD1BC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20 / 30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F0F3217-35EA-2068-7F3C-50FBC905F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8835"/>
            <a:ext cx="12192000" cy="462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0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gallery dir="l"/>
      </p:transition>
    </mc:Choice>
    <mc:Fallback xmlns="">
      <p:transition spd="slow" advTm="10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B482823-1100-E24E-5181-39C2805FF0C5}"/>
              </a:ext>
            </a:extLst>
          </p:cNvPr>
          <p:cNvSpPr txBox="1"/>
          <p:nvPr/>
        </p:nvSpPr>
        <p:spPr>
          <a:xfrm>
            <a:off x="762000" y="2095500"/>
            <a:ext cx="10668000" cy="83099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4800" b="1">
                <a:solidFill>
                  <a:srgbClr val="FFFFFF"/>
                </a:solidFill>
                <a:latin typeface="Segoe UI" panose="020B0502040204020203" pitchFamily="34" charset="0"/>
              </a:rPr>
              <a:t>OllamaArena - Screenshots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2B5C57A-0EFA-1710-9EDA-A9450A9E3277}"/>
              </a:ext>
            </a:extLst>
          </p:cNvPr>
          <p:cNvSpPr/>
          <p:nvPr/>
        </p:nvSpPr>
        <p:spPr>
          <a:xfrm>
            <a:off x="5334000" y="3327400"/>
            <a:ext cx="1524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A29FFB-6019-3956-629C-AFB14BAA48DF}"/>
              </a:ext>
            </a:extLst>
          </p:cNvPr>
          <p:cNvSpPr txBox="1"/>
          <p:nvPr/>
        </p:nvSpPr>
        <p:spPr>
          <a:xfrm>
            <a:off x="762000" y="3683000"/>
            <a:ext cx="10668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Apresentacao da aplicacao - 27 capturas de ecra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B6099F-8C06-C036-5232-D2DB33621D2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A4F28D-11D1-670E-184C-05C710F355D1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F2FA00-F401-DD2A-2CB0-D2E4961CDA3B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 / 30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82AA0B3-7061-DDA9-A339-868A70134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7413"/>
            <a:ext cx="12192000" cy="548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6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0000">
        <p:fade thruBlk="1"/>
      </p:transition>
    </mc:Choice>
    <mc:Fallback xmlns="">
      <p:transition spd="slow" advTm="10000">
        <p:fade thruBlk="1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8429BE0-788E-DDC8-F5F5-354A98FF27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877121"/>
            <a:ext cx="10922000" cy="484975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D570CBA-2D27-31CC-8B52-23E017A9A9B7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Quality And Metrics 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E1AFEF-CB51-583F-5CF3-250FCB9435F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FF622A-45DE-E209-510E-C9CEE561294A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0B6F25-EAE4-51F8-A14A-C98DC1D2DB2C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21 / 30</a:t>
            </a:r>
          </a:p>
        </p:txBody>
      </p:sp>
    </p:spTree>
    <p:extLst>
      <p:ext uri="{BB962C8B-B14F-4D97-AF65-F5344CB8AC3E}">
        <p14:creationId xmlns:p14="http://schemas.microsoft.com/office/powerpoint/2010/main" val="401264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gallery dir="r"/>
      </p:transition>
    </mc:Choice>
    <mc:Fallback xmlns="">
      <p:transition spd="slow" advTm="10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64DBB49-E33B-15D2-2717-ACAE24BB61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987086"/>
            <a:ext cx="10922000" cy="462982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937525F-F8CC-FFE2-D67C-157DC05002BC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>
                <a:solidFill>
                  <a:srgbClr val="C9D5EA"/>
                </a:solidFill>
                <a:latin typeface="Segoe UI" panose="020B0502040204020203" pitchFamily="34" charset="0"/>
              </a:rPr>
              <a:t>Quality And Metrics 2 Security Analysis</a:t>
            </a:r>
            <a:endParaRPr lang="pt-PT" sz="2000">
              <a:solidFill>
                <a:srgbClr val="C9D5E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01F8837-B084-E0CF-E63F-AF9FE1F6A2E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D33C0F5-E8C9-3B3C-C056-CED1831DD7F8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19A7D4-32E5-5CE3-3DC4-F459CCE3F993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22 / 30</a:t>
            </a:r>
          </a:p>
        </p:txBody>
      </p:sp>
    </p:spTree>
    <p:extLst>
      <p:ext uri="{BB962C8B-B14F-4D97-AF65-F5344CB8AC3E}">
        <p14:creationId xmlns:p14="http://schemas.microsoft.com/office/powerpoint/2010/main" val="88258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conveyor dir="l"/>
      </p:transition>
    </mc:Choice>
    <mc:Fallback xmlns="">
      <p:transition spd="slow" advTm="10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53E16E7-D88D-7625-A35B-E38D8C3D85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578" y="698500"/>
            <a:ext cx="9134844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564E2CE-ECEB-EBEE-B6E6-5E6043308E67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>
                <a:solidFill>
                  <a:srgbClr val="C9D5EA"/>
                </a:solidFill>
                <a:latin typeface="Segoe UI" panose="020B0502040204020203" pitchFamily="34" charset="0"/>
              </a:rPr>
              <a:t>Quality And Metrics 3 Avaliacao 1</a:t>
            </a:r>
            <a:endParaRPr lang="pt-PT" sz="2000">
              <a:solidFill>
                <a:srgbClr val="C9D5E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B25E74-AF78-0C57-C386-0EE9D78EEE4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02BF62-1FD2-E87E-9466-F3355DF7EF4E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A60480-A3A8-6447-1EFE-80323013CC55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390755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conveyor dir="r"/>
      </p:transition>
    </mc:Choice>
    <mc:Fallback xmlns="">
      <p:transition spd="slow" advTm="10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2A8C3A-372A-5F66-668C-33B4E86BDC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53" y="698500"/>
            <a:ext cx="8426694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1DC8F78-FD12-83CF-39BD-DCD1E1281E93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>
                <a:solidFill>
                  <a:srgbClr val="C9D5EA"/>
                </a:solidFill>
                <a:latin typeface="Segoe UI" panose="020B0502040204020203" pitchFamily="34" charset="0"/>
              </a:rPr>
              <a:t>Quality And Metrics 3 Avaliacao 2</a:t>
            </a:r>
            <a:endParaRPr lang="pt-PT" sz="2000">
              <a:solidFill>
                <a:srgbClr val="C9D5E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63BBBCD-4C44-5013-9072-F23B3C8752F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4C411B-0356-47B8-E7E1-BA4F2511EF80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FC5E622-13F3-71A7-C6BF-0F138FEF7747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24 / 30</a:t>
            </a:r>
          </a:p>
        </p:txBody>
      </p:sp>
    </p:spTree>
    <p:extLst>
      <p:ext uri="{BB962C8B-B14F-4D97-AF65-F5344CB8AC3E}">
        <p14:creationId xmlns:p14="http://schemas.microsoft.com/office/powerpoint/2010/main" val="104168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doors dir="vert"/>
      </p:transition>
    </mc:Choice>
    <mc:Fallback xmlns="">
      <p:transition spd="slow" advTm="10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6DDF38-0B1E-A6DB-ADE0-38A46C56211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266" y="698500"/>
            <a:ext cx="6527468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DCF9EDD-94A6-017E-F724-C06FA3310E45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>
                <a:solidFill>
                  <a:srgbClr val="C9D5EA"/>
                </a:solidFill>
                <a:latin typeface="Segoe UI" panose="020B0502040204020203" pitchFamily="34" charset="0"/>
              </a:rPr>
              <a:t>Quality And Metrics 3 Chats</a:t>
            </a:r>
            <a:endParaRPr lang="pt-PT" sz="2000">
              <a:solidFill>
                <a:srgbClr val="C9D5E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DF6929-B5A0-F3C2-7AA3-429A0382EBB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68B394-6AFC-3313-8070-1019AC15EF76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228A4E-0F3D-4B10-66FA-986A37BD659D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418346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doors/>
      </p:transition>
    </mc:Choice>
    <mc:Fallback xmlns="">
      <p:transition spd="slow" advTm="10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A92EED6-98FC-E148-6E1D-C31F119B80E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565" y="698500"/>
            <a:ext cx="6496870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6B295CD-710B-65A1-3513-CF20965AC3E8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000">
                <a:solidFill>
                  <a:srgbClr val="C9D5EA"/>
                </a:solidFill>
                <a:latin typeface="Segoe UI" panose="020B0502040204020203" pitchFamily="34" charset="0"/>
              </a:rPr>
              <a:t>Quality And Metrics 3 Chats 2</a:t>
            </a:r>
            <a:endParaRPr lang="pt-PT" sz="2000">
              <a:solidFill>
                <a:srgbClr val="C9D5E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EC6714F-09BE-8B93-8EB6-9F2F2296546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17590E-9CCD-7F28-C030-68AB4241ABEF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504BE1-B9E3-BBAF-0860-77EFBC47D519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26 / 30</a:t>
            </a:r>
          </a:p>
        </p:txBody>
      </p:sp>
    </p:spTree>
    <p:extLst>
      <p:ext uri="{BB962C8B-B14F-4D97-AF65-F5344CB8AC3E}">
        <p14:creationId xmlns:p14="http://schemas.microsoft.com/office/powerpoint/2010/main" val="129183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window dir="vert"/>
      </p:transition>
    </mc:Choice>
    <mc:Fallback xmlns="">
      <p:transition spd="slow" advTm="10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4C9CE1-C151-BF75-C92E-F385D2EBDD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16" y="698500"/>
            <a:ext cx="7898968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BF35F2B-2767-F012-C547-38ED7D6D59E9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Saved Prompts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DCF484E-4404-A50C-E841-6993497A9B1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A04624-609E-9BBE-262D-4AE5624F39D0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6202A91-5B97-1944-DD60-0EC12E16DF1C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27 / 30</a:t>
            </a:r>
          </a:p>
        </p:txBody>
      </p:sp>
    </p:spTree>
    <p:extLst>
      <p:ext uri="{BB962C8B-B14F-4D97-AF65-F5344CB8AC3E}">
        <p14:creationId xmlns:p14="http://schemas.microsoft.com/office/powerpoint/2010/main" val="5726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window/>
      </p:transition>
    </mc:Choice>
    <mc:Fallback xmlns="">
      <p:transition spd="slow" advTm="10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582FC10-E8D0-BD5C-E488-957F014D63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56" y="698500"/>
            <a:ext cx="9256889" cy="5207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6D1A90C-2055-2078-4A82-BE529092A7FF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Settings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C757DD8-FE37-A28F-29BF-77DC04C0B61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361E91-9D20-F670-1BD3-9126E1DB360C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73D675-1678-92A5-DA2C-72F911047D7B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28 / 30</a:t>
            </a:r>
          </a:p>
        </p:txBody>
      </p:sp>
    </p:spTree>
    <p:extLst>
      <p:ext uri="{BB962C8B-B14F-4D97-AF65-F5344CB8AC3E}">
        <p14:creationId xmlns:p14="http://schemas.microsoft.com/office/powerpoint/2010/main" val="309205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warp dir="in"/>
      </p:transition>
    </mc:Choice>
    <mc:Fallback xmlns="">
      <p:transition spd="slow" advTm="10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3CD396-063F-E56A-1E0F-CB51402CA1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076505"/>
            <a:ext cx="10922000" cy="44509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6679E90-B4C8-8EE5-8973-3954A8551317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System Logs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7ED7F0D-E353-873D-0BD6-168C78234C9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5A8AB1-1968-FA57-302D-F036B3E5BBD5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A459E5-F69B-F7DD-EAAC-C963848A1F9F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29 / 30</a:t>
            </a:r>
          </a:p>
        </p:txBody>
      </p:sp>
    </p:spTree>
    <p:extLst>
      <p:ext uri="{BB962C8B-B14F-4D97-AF65-F5344CB8AC3E}">
        <p14:creationId xmlns:p14="http://schemas.microsoft.com/office/powerpoint/2010/main" val="41449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prism/>
      </p:transition>
    </mc:Choice>
    <mc:Fallback xmlns="">
      <p:transition spd="slow" advTm="10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78210BD-C216-F8AD-8F60-5F080DA6AB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097560"/>
            <a:ext cx="10922000" cy="440888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368FFB-DFB3-0EC4-9190-A6B7A6702944}"/>
              </a:ext>
            </a:extLst>
          </p:cNvPr>
          <p:cNvSpPr txBox="1"/>
          <p:nvPr/>
        </p:nvSpPr>
        <p:spPr>
          <a:xfrm>
            <a:off x="508000" y="5969000"/>
            <a:ext cx="11176000" cy="4001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System Logs Delete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A26142B-1B21-CF13-7411-A22EFEF8B15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C0A708-5865-0939-A72E-738E9ED15572}"/>
              </a:ext>
            </a:extLst>
          </p:cNvPr>
          <p:cNvSpPr txBox="1"/>
          <p:nvPr/>
        </p:nvSpPr>
        <p:spPr>
          <a:xfrm>
            <a:off x="508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7FC50C-16F2-AC7A-CD30-C6C882B8E757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30 / 30</a:t>
            </a:r>
          </a:p>
        </p:txBody>
      </p:sp>
    </p:spTree>
    <p:extLst>
      <p:ext uri="{BB962C8B-B14F-4D97-AF65-F5344CB8AC3E}">
        <p14:creationId xmlns:p14="http://schemas.microsoft.com/office/powerpoint/2010/main" val="272639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0">
        <p14:prism dir="u"/>
      </p:transition>
    </mc:Choice>
    <mc:Fallback xmlns="">
      <p:transition spd="slow" advTm="10000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235</Words>
  <Application>Microsoft Office PowerPoint</Application>
  <PresentationFormat>Ecrã Panorâmico</PresentationFormat>
  <Paragraphs>90</Paragraphs>
  <Slides>29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Fausto Luis</dc:creator>
  <cp:lastModifiedBy>Fausto Luis</cp:lastModifiedBy>
  <cp:revision>8</cp:revision>
  <dcterms:created xsi:type="dcterms:W3CDTF">2026-08-16T09:54:04Z</dcterms:created>
  <dcterms:modified xsi:type="dcterms:W3CDTF">2026-10-12T09:01:37Z</dcterms:modified>
</cp:coreProperties>
</file>