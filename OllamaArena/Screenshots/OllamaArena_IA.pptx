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1E1A8-E897-5151-6045-98FEA5D5D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AE9E36-C8EF-8565-9EA2-6D4BBD050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053E161-3694-B6E8-694B-C934C391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D6CA490-5354-B7D9-7F9C-DBF3D31B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07292BD-3DA8-1788-64C9-C3ECD232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530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037DD-0C31-10CE-2FD7-C7B9C355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CE518C6-B0B7-D201-7371-B2E3FD463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6DA9F18-FE73-A4DF-4477-59E7A836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D8933B2-7AB3-9498-28FF-7C8BA25E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2E8ACD9-3237-9EDB-7C56-A87272D4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453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B2734-582C-355A-FC54-FA92D27E7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A8D427E-6666-6411-1141-812377CCE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A83C5E-1A2F-3E06-E914-FB84C64D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F54741-25F7-F9E7-067C-E3EF3B554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2214E0-7BAA-BB09-7034-11BC455E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245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BA51F-BC2A-6093-1EC4-ED433A555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B951C0F-7616-F279-28CF-8FCF9FAB4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E0D5C80-1782-6FA0-E6DB-1A30B1BEB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F6EE4BE-D56F-73B5-F5CE-7C98F310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DAABBED-E107-9A75-CC56-3407C18D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4F2A648-BCAF-BCBB-11DE-27AD0209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449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C85FE-8611-D32C-39DE-B1A550BB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1A56841-760E-36D4-5A35-B722210FD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0B23261-2F2F-ED72-58D6-BD87E4A45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218E42DB-A186-48BC-E2E2-37780A8C7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009CB695-7461-FE5B-2C61-46A896BEA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43F856C-46A2-9CCD-7C53-E5E934CF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A8BDE1D-ED8B-7C03-A8AA-284123F8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AB3E0B9-458A-B02F-C809-7DAB01FE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0373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0B28D7-A397-C780-FFCE-1DDBCD1D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DC0FCBA-1CAC-30F5-1116-08F9ABCE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8C1F880-9A7E-7FE8-837D-1C2C465A3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85F6879-56AE-E072-9CA8-D8AD8587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0678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C5702D0-AE72-A475-37E1-26B9B750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8410D74-FD42-3B77-F6CE-4EEEC3C7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0FBCF79-16F9-B30D-3E3A-7C74F9D8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097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AA5B8-AFBE-9312-6753-C9E69A20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0026806-DEB4-E0AB-DCCE-0C94B77CC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10AE002-6A59-04C8-6A75-A1FC3AFDD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1D44786-20D4-B457-FC67-B727F1EA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CB43532-01DC-3E9A-5D71-1A16AB93F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78FADF7-372D-E616-2782-E01555E5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162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C4001-464F-1BB7-350C-4B1C4764E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AF74A95A-C820-20A6-9345-4AEB8792D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6681623-E690-77BC-A005-B8D1C9DB9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0584B4E-F4D3-A370-EB03-DA330C54F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1DC337C-3791-355D-029F-00675B5F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95374B4-EDF8-271F-365C-9A650C44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491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6B925-2F79-6509-956C-E022F518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CC93250-AF75-C11B-16F7-5839693BA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E74F23-23E0-ACB9-2F2B-A30E34A5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2FC15D6-0CEE-6690-6BA4-B8CBA781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92D20A0-5AFB-F5C4-D3D2-8752327A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824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B75D8E-6C77-4045-54D0-0197EDF95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C0D8811-39FB-CFBD-A6A1-621EFA92D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61115A5-5C6B-2820-95AC-BED8F829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B49653C-77DF-11E7-AF94-D5311747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A7974D5-F24E-C834-5C88-8FC46A3B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842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F78AB569-C3C1-1793-DBE1-6AD15EF9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3172C7D-7663-04C0-4E09-D5AD830EA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885B70D-8AE8-AD20-E20B-6F9FB010C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CC0F5-9032-488C-A8EC-888F072F7075}" type="datetimeFigureOut">
              <a:rPr lang="pt-PT" smtClean="0"/>
              <a:t>28/09/2026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36697A1-F641-7F20-011B-4C972E182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75BD631-0013-81CD-CD64-4AA660C32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F4589-009B-43B2-8B36-89CF4E0F89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036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FB2B3BC-9436-8E23-F6BF-C406010638C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BAB1D8A-6418-497B-62BE-99F03817D0C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C8E170-5383-7391-98DF-ECE20E69A952}"/>
              </a:ext>
            </a:extLst>
          </p:cNvPr>
          <p:cNvSpPr txBox="1"/>
          <p:nvPr/>
        </p:nvSpPr>
        <p:spPr>
          <a:xfrm>
            <a:off x="2032000" y="1905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 sz="1300" b="1">
                <a:solidFill>
                  <a:srgbClr val="58A6FF"/>
                </a:solidFill>
                <a:latin typeface="Segoe UI" panose="020B0502040204020203" pitchFamily="34" charset="0"/>
              </a:rPr>
              <a:t>LABORATÓRIO LOCAL DE CHAT E BENCHMARK DE 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B75ECF-4ADC-F24B-30EE-B675C7C3CE9C}"/>
              </a:ext>
            </a:extLst>
          </p:cNvPr>
          <p:cNvSpPr txBox="1"/>
          <p:nvPr/>
        </p:nvSpPr>
        <p:spPr>
          <a:xfrm>
            <a:off x="2032000" y="2349500"/>
            <a:ext cx="8128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 sz="6400" b="1">
                <a:solidFill>
                  <a:srgbClr val="F0F6FC"/>
                </a:solidFill>
                <a:latin typeface="Segoe UI" panose="020B0502040204020203" pitchFamily="34" charset="0"/>
              </a:rPr>
              <a:t>Ollama Arena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3D1C12E-41F9-64B3-EC9C-595E97A1F7F8}"/>
              </a:ext>
            </a:extLst>
          </p:cNvPr>
          <p:cNvSpPr/>
          <p:nvPr/>
        </p:nvSpPr>
        <p:spPr>
          <a:xfrm>
            <a:off x="4826000" y="3683000"/>
            <a:ext cx="2540000" cy="101600"/>
          </a:xfrm>
          <a:prstGeom prst="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F4B6FA2-0AF1-8530-5365-78146AFB58C3}"/>
              </a:ext>
            </a:extLst>
          </p:cNvPr>
          <p:cNvSpPr txBox="1"/>
          <p:nvPr/>
        </p:nvSpPr>
        <p:spPr>
          <a:xfrm>
            <a:off x="2032000" y="4064000"/>
            <a:ext cx="8128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 sz="1700">
                <a:solidFill>
                  <a:srgbClr val="58A6FF"/>
                </a:solidFill>
                <a:latin typeface="Segoe UI" panose="020B0502040204020203" pitchFamily="34" charset="0"/>
              </a:rPr>
              <a:t>Imagens geradas por IA · o fluxo da aplicação em nove visuais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53F91E9-AC7A-EA4E-1BB3-27396EF0D595}"/>
              </a:ext>
            </a:extLst>
          </p:cNvPr>
          <p:cNvSpPr txBox="1"/>
          <p:nvPr/>
        </p:nvSpPr>
        <p:spPr>
          <a:xfrm>
            <a:off x="2032000" y="4635500"/>
            <a:ext cx="812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 sz="1200">
                <a:solidFill>
                  <a:srgbClr val="8B949E"/>
                </a:solidFill>
                <a:latin typeface="Segoe UI" panose="020B0502040204020203" pitchFamily="34" charset="0"/>
              </a:rPr>
              <a:t>Tema Computing · apresentação com avanço manual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DEFE61D-7EBA-BA8F-625D-E9A701904FF7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CB9E751-A17C-E497-326F-E9ED77904B76}"/>
              </a:ext>
            </a:extLst>
          </p:cNvPr>
          <p:cNvSpPr txBox="1"/>
          <p:nvPr/>
        </p:nvSpPr>
        <p:spPr>
          <a:xfrm>
            <a:off x="508000" y="64008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000">
                <a:solidFill>
                  <a:srgbClr val="8B949E"/>
                </a:solidFill>
                <a:latin typeface="Segoe UI" panose="020B0502040204020203" pitchFamily="34" charset="0"/>
              </a:rPr>
              <a:t>Ollama Arena · IA Generated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1FEA7F2-3F94-7D70-77FE-0E897B42EAF2}"/>
              </a:ext>
            </a:extLst>
          </p:cNvPr>
          <p:cNvSpPr txBox="1"/>
          <p:nvPr/>
        </p:nvSpPr>
        <p:spPr>
          <a:xfrm>
            <a:off x="7874000" y="6400800"/>
            <a:ext cx="381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000">
                <a:solidFill>
                  <a:srgbClr val="8B949E"/>
                </a:solidFill>
                <a:latin typeface="Segoe UI" panose="020B0502040204020203" pitchFamily="34" charset="0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516399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 thruBlk="1"/>
      </p:transition>
    </mc:Choice>
    <mc:Fallback>
      <p:transition spd="slow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4D1050B-684B-E067-0014-EF7BE4AF92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96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C5BC39E-D121-CDAE-924D-FD1FE0C4D8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27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26C52D4-7134-5188-AA50-5BB0B40A94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49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2504CF-FD90-3B44-18EF-037BF9B50F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3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F7889E-841D-6EDF-F8F2-E7728EB08D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65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54EAE1-758B-29FA-EF5E-BD01CE1752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87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C838864-0B47-B009-E597-1B49BB7969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4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glitter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6DA6519-B229-D5BE-72EF-509FFB68999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29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5BB062-8CA0-2F70-8812-32A5B33C74F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00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hred pattern="rectang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1117"/>
            </a:gs>
            <a:gs pos="100000">
              <a:srgbClr val="161B22"/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8DAF12-A180-2180-EFB5-1BC47767C9F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FB95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15E27AA-5A63-F7C6-248A-D2C2389BC80B}"/>
              </a:ext>
            </a:extLst>
          </p:cNvPr>
          <p:cNvSpPr txBox="1"/>
          <p:nvPr/>
        </p:nvSpPr>
        <p:spPr>
          <a:xfrm>
            <a:off x="2286000" y="2413000"/>
            <a:ext cx="762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 sz="1600">
                <a:solidFill>
                  <a:srgbClr val="D29922"/>
                </a:solidFill>
                <a:latin typeface="Cascadia Code" panose="020B0609020000020004" pitchFamily="49" charset="0"/>
              </a:rPr>
              <a:t>// fim da execucao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D4772A-641A-0AA4-92A6-BE16821F47FF}"/>
              </a:ext>
            </a:extLst>
          </p:cNvPr>
          <p:cNvSpPr txBox="1"/>
          <p:nvPr/>
        </p:nvSpPr>
        <p:spPr>
          <a:xfrm>
            <a:off x="2286000" y="2921000"/>
            <a:ext cx="7620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 sz="5400" b="1">
                <a:solidFill>
                  <a:srgbClr val="F0F6FC"/>
                </a:solidFill>
                <a:latin typeface="Segoe UI" panose="020B0502040204020203" pitchFamily="34" charset="0"/>
              </a:rPr>
              <a:t>OBRIGADO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6942AF0-3364-BBDF-5D4B-3DF93F1C98FD}"/>
              </a:ext>
            </a:extLst>
          </p:cNvPr>
          <p:cNvSpPr/>
          <p:nvPr/>
        </p:nvSpPr>
        <p:spPr>
          <a:xfrm>
            <a:off x="4826000" y="4191000"/>
            <a:ext cx="2540000" cy="76200"/>
          </a:xfrm>
          <a:prstGeom prst="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2E151D-9A29-447F-3BE4-45365F2E48CA}"/>
              </a:ext>
            </a:extLst>
          </p:cNvPr>
          <p:cNvSpPr txBox="1"/>
          <p:nvPr/>
        </p:nvSpPr>
        <p:spPr>
          <a:xfrm>
            <a:off x="2286000" y="4699000"/>
            <a:ext cx="762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>
                <a:solidFill>
                  <a:srgbClr val="3FB950"/>
                </a:solidFill>
                <a:latin typeface="Cascadia Code" panose="020B0609020000020004" pitchFamily="49" charset="0"/>
              </a:rPr>
              <a:t>pip install ollama --quiet &amp;&amp; dotnet run</a:t>
            </a:r>
            <a:endParaRPr lang="pt-PT" sz="1300">
              <a:solidFill>
                <a:srgbClr val="3FB950"/>
              </a:solidFill>
              <a:latin typeface="Cascadia Code" panose="020B0609020000020004" pitchFamily="49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11D523F-EBA2-AB17-B85A-13C105DE97C9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9154D2-139B-D8D5-92CE-11997964AEBF}"/>
              </a:ext>
            </a:extLst>
          </p:cNvPr>
          <p:cNvSpPr txBox="1"/>
          <p:nvPr/>
        </p:nvSpPr>
        <p:spPr>
          <a:xfrm>
            <a:off x="508000" y="64008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000">
                <a:solidFill>
                  <a:srgbClr val="8B949E"/>
                </a:solidFill>
                <a:latin typeface="Segoe UI" panose="020B0502040204020203" pitchFamily="34" charset="0"/>
              </a:rPr>
              <a:t>Ollama Arena · IA Generated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FDE1F2-4CE4-6DAA-07D9-4BB08A629A78}"/>
              </a:ext>
            </a:extLst>
          </p:cNvPr>
          <p:cNvSpPr txBox="1"/>
          <p:nvPr/>
        </p:nvSpPr>
        <p:spPr>
          <a:xfrm>
            <a:off x="7874000" y="6400800"/>
            <a:ext cx="381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000">
                <a:solidFill>
                  <a:srgbClr val="8B949E"/>
                </a:solidFill>
                <a:latin typeface="Segoe UI" panose="020B0502040204020203" pitchFamily="34" charset="0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544170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shred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Personalizados</PresentationFormat>
  <Paragraphs>11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Cascadia Code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Fausto Luis</dc:creator>
  <cp:lastModifiedBy>Fausto Luis</cp:lastModifiedBy>
  <cp:revision>1</cp:revision>
  <dcterms:created xsi:type="dcterms:W3CDTF">2026-09-28T19:18:22Z</dcterms:created>
  <dcterms:modified xsi:type="dcterms:W3CDTF">2026-09-28T19:18:22Z</dcterms:modified>
</cp:coreProperties>
</file>